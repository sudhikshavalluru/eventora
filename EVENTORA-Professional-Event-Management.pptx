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4630400" cy="8229600"/>
  <p:notesSz cx="8229600" cy="14630400"/>
  <p:embeddedFontLst>
    <p:embeddedFont>
      <p:font typeface="Montserrat Medium" panose="000006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2" d="100"/>
          <a:sy n="52" d="100"/>
        </p:scale>
        <p:origin x="79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3482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hyperlink" Target="mailto:info@eventora.com" TargetMode="External"/><Relationship Id="rId5" Type="http://schemas.openxmlformats.org/officeDocument/2006/relationships/image" Target="../media/image32.png"/><Relationship Id="rId4" Type="http://schemas.openxmlformats.org/officeDocument/2006/relationships/hyperlink" Target="https://eventora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260" y="2898219"/>
            <a:ext cx="7645479" cy="142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EVENTORA :  Professional Event Management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49260" y="4646414"/>
            <a:ext cx="7645479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 full-stack web application for managing events, staff, and customers — powered by role-based dashboards and real-time collaboration.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9486" y="690205"/>
            <a:ext cx="4948714" cy="61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The Problem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49486" y="1549956"/>
            <a:ext cx="7845028" cy="1376720"/>
          </a:xfrm>
          <a:prstGeom prst="roundRect">
            <a:avLst>
              <a:gd name="adj" fmla="val 7970"/>
            </a:avLst>
          </a:prstGeom>
          <a:solidFill>
            <a:srgbClr val="5C2438"/>
          </a:solidFill>
          <a:ln w="22860">
            <a:solidFill>
              <a:srgbClr val="662E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626626" y="1549956"/>
            <a:ext cx="91440" cy="1376720"/>
          </a:xfrm>
          <a:prstGeom prst="roundRect">
            <a:avLst>
              <a:gd name="adj" fmla="val 30443"/>
            </a:avLst>
          </a:prstGeom>
          <a:solidFill>
            <a:srgbClr val="FFB3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926425" y="1758315"/>
            <a:ext cx="2474357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Fragmented Tools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26425" y="2163961"/>
            <a:ext cx="7359729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Organizers juggle spreadsheets, WhatsApp, and email — with no single source of truth.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9486" y="3087529"/>
            <a:ext cx="7845028" cy="1376720"/>
          </a:xfrm>
          <a:prstGeom prst="roundRect">
            <a:avLst>
              <a:gd name="adj" fmla="val 7970"/>
            </a:avLst>
          </a:prstGeom>
          <a:solidFill>
            <a:srgbClr val="5C2438"/>
          </a:solidFill>
          <a:ln w="22860">
            <a:solidFill>
              <a:srgbClr val="662E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26626" y="3087529"/>
            <a:ext cx="91440" cy="1376720"/>
          </a:xfrm>
          <a:prstGeom prst="roundRect">
            <a:avLst>
              <a:gd name="adj" fmla="val 30443"/>
            </a:avLst>
          </a:prstGeom>
          <a:solidFill>
            <a:srgbClr val="FFB3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26425" y="3295888"/>
            <a:ext cx="2474357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No Staff Visibility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26425" y="3701534"/>
            <a:ext cx="7359729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Staff lack a clear way to track tasks or communicate in real time during events.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9486" y="4625102"/>
            <a:ext cx="7845028" cy="1376720"/>
          </a:xfrm>
          <a:prstGeom prst="roundRect">
            <a:avLst>
              <a:gd name="adj" fmla="val 7970"/>
            </a:avLst>
          </a:prstGeom>
          <a:solidFill>
            <a:srgbClr val="5C2438"/>
          </a:solidFill>
          <a:ln w="22860">
            <a:solidFill>
              <a:srgbClr val="662E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26626" y="4625102"/>
            <a:ext cx="91440" cy="1376720"/>
          </a:xfrm>
          <a:prstGeom prst="roundRect">
            <a:avLst>
              <a:gd name="adj" fmla="val 30443"/>
            </a:avLst>
          </a:prstGeom>
          <a:solidFill>
            <a:srgbClr val="FFB3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26425" y="4833461"/>
            <a:ext cx="3503652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Broken Customer Experience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926425" y="5239107"/>
            <a:ext cx="7359729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Customers struggle to discover, register, and track events across disconnected systems.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49486" y="6162675"/>
            <a:ext cx="7845028" cy="1376720"/>
          </a:xfrm>
          <a:prstGeom prst="roundRect">
            <a:avLst>
              <a:gd name="adj" fmla="val 7970"/>
            </a:avLst>
          </a:prstGeom>
          <a:solidFill>
            <a:srgbClr val="5C2438"/>
          </a:solidFill>
          <a:ln w="22860">
            <a:solidFill>
              <a:srgbClr val="662E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26626" y="6162675"/>
            <a:ext cx="91440" cy="1376720"/>
          </a:xfrm>
          <a:prstGeom prst="roundRect">
            <a:avLst>
              <a:gd name="adj" fmla="val 30443"/>
            </a:avLst>
          </a:prstGeom>
          <a:solidFill>
            <a:srgbClr val="FFB3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926425" y="6371034"/>
            <a:ext cx="2474357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No Access Control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926425" y="6776680"/>
            <a:ext cx="7359729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Without role-based permissions, everyone sees everything — creating chaos and security gaps.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7642" y="499943"/>
            <a:ext cx="5120521" cy="559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Introducing EVENTORA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1137642" y="1322665"/>
            <a:ext cx="12354997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One platform. Three roles. Complete control.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642" y="1858208"/>
            <a:ext cx="7887295" cy="44020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42133" y="3580090"/>
            <a:ext cx="4058007" cy="958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Each role gets a fully tailored dashboard with dedicated features. MySQL-backed authentication ensures secure, role-specific access for every user.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137642" y="6556296"/>
            <a:ext cx="4030623" cy="1173361"/>
          </a:xfrm>
          <a:prstGeom prst="roundRect">
            <a:avLst>
              <a:gd name="adj" fmla="val 2146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305401" y="6724055"/>
            <a:ext cx="2238137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Manager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305401" y="7082790"/>
            <a:ext cx="3695105" cy="479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Full event oversight, budget tracking, and staff delegation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99829" y="6556296"/>
            <a:ext cx="4030623" cy="1173361"/>
          </a:xfrm>
          <a:prstGeom prst="roundRect">
            <a:avLst>
              <a:gd name="adj" fmla="val 2146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467588" y="6724055"/>
            <a:ext cx="2238137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Staff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5467588" y="7082790"/>
            <a:ext cx="3695105" cy="479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Task management, priority badges, and team chat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462016" y="6556296"/>
            <a:ext cx="4030623" cy="1173361"/>
          </a:xfrm>
          <a:prstGeom prst="roundRect">
            <a:avLst>
              <a:gd name="adj" fmla="val 2146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9629775" y="6724055"/>
            <a:ext cx="2238137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Customer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9629775" y="7082790"/>
            <a:ext cx="3695105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Event discovery, registration, and whishlist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787241"/>
            <a:ext cx="5709404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Technology Used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49260" y="1928932"/>
            <a:ext cx="1313187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Evently is built on a modern, production-ready stack designed for performance, security, and scalability.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9260" y="2512219"/>
            <a:ext cx="13131879" cy="4930140"/>
          </a:xfrm>
          <a:prstGeom prst="roundRect">
            <a:avLst>
              <a:gd name="adj" fmla="val 65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56880" y="2519839"/>
            <a:ext cx="13116639" cy="6143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71074" y="2655808"/>
            <a:ext cx="3502938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Frontend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909780" y="2655808"/>
            <a:ext cx="8749665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React 19, TypeScript, Vite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56880" y="3134201"/>
            <a:ext cx="13116639" cy="61436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71074" y="3270171"/>
            <a:ext cx="3502938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Styling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909780" y="3270171"/>
            <a:ext cx="8749665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Tailwind CSS v4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56880" y="3748564"/>
            <a:ext cx="13116639" cy="6143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71074" y="3884533"/>
            <a:ext cx="3502938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Animations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909780" y="3884533"/>
            <a:ext cx="8749665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Framer Motion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56880" y="4362926"/>
            <a:ext cx="13116639" cy="61436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71074" y="4498896"/>
            <a:ext cx="3502938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State Management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909780" y="4498896"/>
            <a:ext cx="8749665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Zustand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56880" y="4977289"/>
            <a:ext cx="13116639" cy="6143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71074" y="5113258"/>
            <a:ext cx="3502938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Icons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909780" y="5113258"/>
            <a:ext cx="8749665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Lucide React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56880" y="5591651"/>
            <a:ext cx="13116639" cy="61436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71074" y="5727621"/>
            <a:ext cx="3502938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Backend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909780" y="5727621"/>
            <a:ext cx="8749665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Node.js + Express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756880" y="6206014"/>
            <a:ext cx="13116639" cy="6143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71074" y="6341983"/>
            <a:ext cx="3502938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Database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4909780" y="6341983"/>
            <a:ext cx="8749665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MySQL 8+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756880" y="6820376"/>
            <a:ext cx="13116639" cy="61436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71074" y="6956346"/>
            <a:ext cx="3502938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Password Security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4909780" y="6956346"/>
            <a:ext cx="8749665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bcryptjs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696158"/>
            <a:ext cx="5709404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How It Works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525" y="1837849"/>
            <a:ext cx="12711232" cy="476976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14986" y="3052793"/>
            <a:ext cx="656577" cy="65657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30018" y="5437396"/>
            <a:ext cx="1917203" cy="393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Dashboard</a:t>
            </a:r>
            <a:endParaRPr lang="en-US" sz="24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11301" y="3054024"/>
            <a:ext cx="656576" cy="65657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13816" y="5043451"/>
            <a:ext cx="1917204" cy="1181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Role Authentication</a:t>
            </a:r>
            <a:endParaRPr lang="en-US" sz="24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08230" y="3054024"/>
            <a:ext cx="656577" cy="65657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10746" y="5240424"/>
            <a:ext cx="1917203" cy="787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Role Selection</a:t>
            </a:r>
            <a:endParaRPr lang="en-US" sz="24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05160" y="3054024"/>
            <a:ext cx="656577" cy="656577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07675" y="5240424"/>
            <a:ext cx="1917204" cy="787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Login / Signup</a:t>
            </a:r>
            <a:endParaRPr lang="en-US" sz="24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88958" y="3054024"/>
            <a:ext cx="656577" cy="656577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52079" y="5437396"/>
            <a:ext cx="1917203" cy="393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Landing</a:t>
            </a:r>
            <a:endParaRPr lang="en-US" sz="2450" dirty="0"/>
          </a:p>
        </p:txBody>
      </p:sp>
      <p:sp>
        <p:nvSpPr>
          <p:cNvPr id="14" name="Text 6"/>
          <p:cNvSpPr/>
          <p:nvPr/>
        </p:nvSpPr>
        <p:spPr>
          <a:xfrm>
            <a:off x="749260" y="6848475"/>
            <a:ext cx="13131879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Every user begins at a unified entry point, then branches into a tailored experience based on their role — ensuring the right tools reach the right people from the moment they log in.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7710" y="621625"/>
            <a:ext cx="6212324" cy="693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Manager — Full Control</a:t>
            </a:r>
            <a:endParaRPr lang="en-US" sz="4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710" y="1617583"/>
            <a:ext cx="415766" cy="4157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95889" y="1689021"/>
            <a:ext cx="2772489" cy="346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Event Management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1395889" y="2156698"/>
            <a:ext cx="7020401" cy="655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Create, edit, and delete events with full details, timelines, and seating charts.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7710" y="3216116"/>
            <a:ext cx="415766" cy="4157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95889" y="3287554"/>
            <a:ext cx="2772489" cy="346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Budget Tracker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1395889" y="3755231"/>
            <a:ext cx="7020401" cy="655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Monitor expenses, revenues, and totals in real time with event health scores.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710" y="4814649"/>
            <a:ext cx="415766" cy="4157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95889" y="4886087"/>
            <a:ext cx="2772489" cy="346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Guest &amp; Staff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1395889" y="5353764"/>
            <a:ext cx="7020401" cy="655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Manage RSVPs, assign staff, delegate tasks, and oversee vendor relationships.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7710" y="6413183"/>
            <a:ext cx="415766" cy="41576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95889" y="6484620"/>
            <a:ext cx="2772489" cy="346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Analytics Overview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1395889" y="6952298"/>
            <a:ext cx="7020401" cy="655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Calendar view, task completion %, seat fill %, and performance insights at a glance.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465" y="2222183"/>
            <a:ext cx="6781800" cy="37851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5072" y="1361480"/>
            <a:ext cx="1644491" cy="241102"/>
          </a:xfrm>
          <a:prstGeom prst="roundRect">
            <a:avLst>
              <a:gd name="adj" fmla="val 7184"/>
            </a:avLst>
          </a:prstGeom>
          <a:solidFill>
            <a:srgbClr val="4D17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9231630" y="1404699"/>
            <a:ext cx="1471374" cy="154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CUSTOMER EXPERIENCE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145072" y="1641396"/>
            <a:ext cx="3489246" cy="144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Customer — Discover &amp; Register</a:t>
            </a:r>
            <a:endParaRPr lang="en-US" sz="3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99126" y="3198674"/>
            <a:ext cx="216456" cy="216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14059" y="3194209"/>
            <a:ext cx="1924407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Browse &amp; Register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9614059" y="3531989"/>
            <a:ext cx="3020258" cy="386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Search events by title or location, filter by category, and register in seconds.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99126" y="4117479"/>
            <a:ext cx="216456" cy="216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14059" y="4113014"/>
            <a:ext cx="1924407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Smart Pricing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9614059" y="4450794"/>
            <a:ext cx="3020258" cy="386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Early bird and late registration pricing displayed clearly on every event card.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99126" y="5036284"/>
            <a:ext cx="216456" cy="216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14059" y="5031819"/>
            <a:ext cx="1924407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Ticket Countdown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9614059" y="5369600"/>
            <a:ext cx="3020258" cy="579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Live countdown timers on registered tickets keep customers informed and engaged.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99126" y="6148328"/>
            <a:ext cx="216456" cy="216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614059" y="6143863"/>
            <a:ext cx="1924407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Wishlist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9614059" y="6481643"/>
            <a:ext cx="3020258" cy="386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Save favorite events with a single tap for quick access later.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4111" y="596146"/>
            <a:ext cx="5759172" cy="702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Staff — Stay On Track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224111" y="1609963"/>
            <a:ext cx="3730585" cy="3409831"/>
          </a:xfrm>
          <a:prstGeom prst="roundRect">
            <a:avLst>
              <a:gd name="adj" fmla="val 92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6434852" y="1820704"/>
            <a:ext cx="632341" cy="632341"/>
          </a:xfrm>
          <a:prstGeom prst="roundRect">
            <a:avLst>
              <a:gd name="adj" fmla="val 14459106"/>
            </a:avLst>
          </a:prstGeom>
          <a:solidFill>
            <a:srgbClr val="FFB3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8683" y="1994535"/>
            <a:ext cx="284559" cy="2845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34852" y="2660452"/>
            <a:ext cx="2810470" cy="35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Task Management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434852" y="3136225"/>
            <a:ext cx="3309104" cy="1672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View all assigned tasks across events with clear priority badges: High, Medium, or Low. Mark tasks complete or incomplete in one tap.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10162103" y="1609963"/>
            <a:ext cx="3730585" cy="3409831"/>
          </a:xfrm>
          <a:prstGeom prst="roundRect">
            <a:avLst>
              <a:gd name="adj" fmla="val 92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10372844" y="1820704"/>
            <a:ext cx="632341" cy="632341"/>
          </a:xfrm>
          <a:prstGeom prst="roundRect">
            <a:avLst>
              <a:gd name="adj" fmla="val 14459106"/>
            </a:avLst>
          </a:prstGeom>
          <a:solidFill>
            <a:srgbClr val="FFB3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6675" y="1994535"/>
            <a:ext cx="284559" cy="28455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72844" y="2660452"/>
            <a:ext cx="2810470" cy="35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Personal Stats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0372844" y="3136225"/>
            <a:ext cx="3309104" cy="1338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Track assigned vs. completed tasks, high-priority items, and total events involved — all in one personal overview.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224111" y="5227201"/>
            <a:ext cx="7668578" cy="2406134"/>
          </a:xfrm>
          <a:prstGeom prst="roundRect">
            <a:avLst>
              <a:gd name="adj" fmla="val 1314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6434852" y="5437942"/>
            <a:ext cx="632341" cy="632341"/>
          </a:xfrm>
          <a:prstGeom prst="roundRect">
            <a:avLst>
              <a:gd name="adj" fmla="val 14459106"/>
            </a:avLst>
          </a:prstGeom>
          <a:solidFill>
            <a:srgbClr val="FFB3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8683" y="5611773"/>
            <a:ext cx="284559" cy="28455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34852" y="6277689"/>
            <a:ext cx="2903458" cy="35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Real-Time Team Chat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6434852" y="6753463"/>
            <a:ext cx="7247096" cy="66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Communicate instantly with managers and fellow staff members without leaving the platform.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4014" y="835700"/>
            <a:ext cx="8676442" cy="651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What Makes EVENTORA Stand Out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684014" y="1844040"/>
            <a:ext cx="13262372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Built for reliability, security, and a polished user experience at every level.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014" y="2343864"/>
            <a:ext cx="390882" cy="3908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4014" y="2957751"/>
            <a:ext cx="2838807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Secure Authentication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84014" y="3390543"/>
            <a:ext cx="6519624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MySQL-backed auth with bcrypt-hashed passwords and enforced signup-before-login flow.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6642" y="2343864"/>
            <a:ext cx="390882" cy="3908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6642" y="2957751"/>
            <a:ext cx="2606159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Dark / Light Mode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7426642" y="3390543"/>
            <a:ext cx="6519743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Theme toggle persisted across sessions for a personalized experience.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014" y="4345543"/>
            <a:ext cx="390882" cy="39088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4014" y="4959429"/>
            <a:ext cx="3106579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Role-Based Notifications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684014" y="5392222"/>
            <a:ext cx="6519624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Smart alerts tailored to each user's role and context.</a:t>
            </a:r>
            <a:endParaRPr lang="en-US" sz="15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6642" y="4345543"/>
            <a:ext cx="390882" cy="3908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26642" y="4959429"/>
            <a:ext cx="2606159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Fully Responsive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7426642" y="5392222"/>
            <a:ext cx="651974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Flawless experience across desktop, tablet, and mobile.</a:t>
            </a:r>
            <a:endParaRPr lang="en-US" sz="15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4014" y="6048137"/>
            <a:ext cx="390882" cy="39088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4014" y="6662023"/>
            <a:ext cx="2606159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Smooth Animations</a:t>
            </a:r>
            <a:endParaRPr lang="en-US" sz="2050" dirty="0"/>
          </a:p>
        </p:txBody>
      </p:sp>
      <p:sp>
        <p:nvSpPr>
          <p:cNvPr id="18" name="Text 11"/>
          <p:cNvSpPr/>
          <p:nvPr/>
        </p:nvSpPr>
        <p:spPr>
          <a:xfrm>
            <a:off x="684014" y="7094815"/>
            <a:ext cx="6519624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Polished transitions powered by Framer Motion throughout.</a:t>
            </a:r>
            <a:endParaRPr lang="en-US" sz="15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6642" y="6048137"/>
            <a:ext cx="390882" cy="39088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26642" y="6662023"/>
            <a:ext cx="2606159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Persistent State</a:t>
            </a:r>
            <a:endParaRPr lang="en-US" sz="2050" dirty="0"/>
          </a:p>
        </p:txBody>
      </p:sp>
      <p:sp>
        <p:nvSpPr>
          <p:cNvPr id="21" name="Text 13"/>
          <p:cNvSpPr/>
          <p:nvPr/>
        </p:nvSpPr>
        <p:spPr>
          <a:xfrm>
            <a:off x="7426642" y="7094815"/>
            <a:ext cx="651974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Zustand ensures app state is maintained reliably across sessions.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4045" y="477679"/>
            <a:ext cx="6014323" cy="578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What's Next for EVENTORA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34045" y="3588544"/>
            <a:ext cx="6169700" cy="50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Evently is a fully functional, role-based event management platform — and the roadmap ahead is ambitious.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34045" y="4248388"/>
            <a:ext cx="6169700" cy="1149667"/>
          </a:xfrm>
          <a:prstGeom prst="roundRect">
            <a:avLst>
              <a:gd name="adj" fmla="val 2262"/>
            </a:avLst>
          </a:prstGeom>
          <a:solidFill>
            <a:srgbClr val="4D17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400" y="4496276"/>
            <a:ext cx="216694" cy="1733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7449" y="4432102"/>
            <a:ext cx="5432941" cy="752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Currently Live:</a:t>
            </a:r>
            <a:r>
              <a:rPr lang="en-US" sz="13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Full role-based dashboards, MySQL authentication, real-time chat, budget tracking, and responsive design.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275" y="1424226"/>
            <a:ext cx="6169700" cy="61697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275" y="1424226"/>
            <a:ext cx="6169700" cy="6169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260" y="1849398"/>
            <a:ext cx="7645479" cy="142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Transforming Event Management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49260" y="3597593"/>
            <a:ext cx="7645479" cy="1369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EVENTORA redefines how events are planned, executed, and experienced. By providing dedicated tools for every role, we empower organizers, streamline operations, and delight attendees, ensuring every event is a resounding success from start to finish.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49260" y="5208151"/>
            <a:ext cx="7645479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Thank you for your time and interest in EVENTORA.</a:t>
            </a:r>
            <a:endParaRPr lang="en-US" sz="1650" dirty="0"/>
          </a:p>
        </p:txBody>
      </p:sp>
      <p:pic>
        <p:nvPicPr>
          <p:cNvPr id="6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260" y="5791438"/>
            <a:ext cx="1672590" cy="588764"/>
          </a:xfrm>
          <a:prstGeom prst="rect">
            <a:avLst/>
          </a:prstGeom>
        </p:spPr>
      </p:pic>
      <p:pic>
        <p:nvPicPr>
          <p:cNvPr id="7" name="Image 2" descr="preencoded.png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8888" y="5791438"/>
            <a:ext cx="1633418" cy="5887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678</Words>
  <Application>Microsoft Office PowerPoint</Application>
  <PresentationFormat>Custom</PresentationFormat>
  <Paragraphs>102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Montserrat Medium</vt:lpstr>
      <vt:lpstr>Brygada 1918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DORISHETTY SAI NISCHAL VARMA .</cp:lastModifiedBy>
  <cp:revision>3</cp:revision>
  <dcterms:created xsi:type="dcterms:W3CDTF">2026-03-31T04:11:14Z</dcterms:created>
  <dcterms:modified xsi:type="dcterms:W3CDTF">2026-03-31T04:16:59Z</dcterms:modified>
</cp:coreProperties>
</file>